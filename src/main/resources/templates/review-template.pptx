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36F13-C298-4A47-7EF0-6D3DC7B47A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BF9EBA-B5CC-069F-D5F6-217C4FF1A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2EFC2-C682-419E-2073-9FE004AE5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992E8-2EFF-450E-A154-A076BB0AACB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39694-C4B4-08B1-BDB4-F8F510E0C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F350E-C3BB-F3E7-54EB-F96AB1021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CBD44-807F-403A-A1B1-9D8834280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364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3D94D-E2BB-8D2D-E481-097DECF6B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09591-F428-A105-0940-E8BE533A4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8B5E8-FB93-5BAF-CEA2-23289D874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992E8-2EFF-450E-A154-A076BB0AACB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914CA-1665-7857-C988-C854EC2F8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0192A-B1C5-BE5F-173B-74ADFA841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CBD44-807F-403A-A1B1-9D8834280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41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91B1-238B-BE7D-DCB6-B707376BB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A56A0-582D-D9FC-5822-6529C2E4E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833BD-C5B0-24D9-6421-F7017A389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992E8-2EFF-450E-A154-A076BB0AACB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4C9B1-C93F-6442-5268-F7BBC3937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AAD95-8AAC-6BA1-5EA4-1DBAE8187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CBD44-807F-403A-A1B1-9D8834280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662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A6519-5D9F-A465-DB09-D4DA61C0F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1E11-FCC8-3BD3-96E9-79D8B4E90C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BCE956-9ACB-3661-01D8-FF83C73B8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E68659-1C9F-F045-04C6-E6B1604EE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992E8-2EFF-450E-A154-A076BB0AACB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3765B0-5E48-6F38-9D04-D75EBCAB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8B2C8-F36C-FEA7-F665-4D24D7A9F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CBD44-807F-403A-A1B1-9D8834280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50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CCDFD-F3A0-0C5B-F082-D92E94D6E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5B84D-37E1-F98E-A519-15BC1E859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70B896-68A4-E52F-6B77-C1B1681A0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E77B20-CAC6-E39B-A9F6-125F75F9BB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E9401D-7ED2-52A5-7774-5D2243F15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749CC1-D4A7-E3F8-0A64-AD3B70DEC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992E8-2EFF-450E-A154-A076BB0AACB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EA1DB1-D514-C83F-0701-52D78E8FE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F27092-923C-ADE4-88C4-623552015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CBD44-807F-403A-A1B1-9D8834280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55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27F31-F4BA-66C4-49FB-81647F3F6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964E06-4EC4-EBC6-9B46-AACD86DC6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992E8-2EFF-450E-A154-A076BB0AACB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0F5346-3496-313F-2E6B-E52F9595B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F2C795-6193-98D9-563D-A74AF9045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CBD44-807F-403A-A1B1-9D8834280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140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BA07D7-3137-FEB8-F86A-57F2CC52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992E8-2EFF-450E-A154-A076BB0AACB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ADD1B-9DC0-93CF-481C-D25631E25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8958B-D0A7-0472-9067-54ABE83EE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CBD44-807F-403A-A1B1-9D8834280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663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BDECF-6BEB-FDF2-0E3A-403AC0119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21EB8-3F50-EAD4-D5B1-2362566C7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E15347-FFDE-EB2C-6BF7-EB0A54A8A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D1452-C8C6-167C-FA26-F214AFC30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992E8-2EFF-450E-A154-A076BB0AACB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98904-4008-904A-EFDC-F3EBFBE09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DA245-9193-7089-F1FD-D84114C0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CBD44-807F-403A-A1B1-9D8834280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660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21B3D-4455-D687-ADFD-71B64FFCA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F80904-01CE-DAC7-5190-18B484B90B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B16EC-7F19-CAFD-17C8-48E0747A7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7077A1-237A-B8BC-0621-CAECEC4B8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992E8-2EFF-450E-A154-A076BB0AACB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6F48D-FE77-2549-3434-30366651D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4960E-AD39-3281-E36B-347453741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CBD44-807F-403A-A1B1-9D8834280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361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BF21A-D8FD-2756-019E-00D6D6873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B00CB-34C3-7A02-36DD-21AE7D48E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148D9-6EF0-7FED-D422-EF114DA69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992E8-2EFF-450E-A154-A076BB0AACB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24406-202A-7CB9-0C6D-6AED105E8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3ED5F-789D-290E-7C57-BC1CBF086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CBD44-807F-403A-A1B1-9D8834280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86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28B02E-6912-079C-9B4F-5D303E5506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09FCB-181E-15EE-E44D-9F1B6669B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37D7F-1482-564F-D49D-352FAAD81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992E8-2EFF-450E-A154-A076BB0AACB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33E4B-6DE7-7413-EC24-FFEC791BB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66878-4D5C-33D2-4A91-BC781859E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CBD44-807F-403A-A1B1-9D8834280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19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A63737-FBBC-A71C-2122-EE7064A26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8E9A8-0CD0-9171-1A5C-6E0D7C8D7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02327-5639-720F-AA45-F1A2DE3CE5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992E8-2EFF-450E-A154-A076BB0AACB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2030A-C6FC-F591-82C0-E03F8342B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5BCC0-D0EF-D7AD-254C-7BF779E68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CBD44-807F-403A-A1B1-9D8834280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57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DD9876-1514-09B3-185A-148EA6EAACC7}"/>
              </a:ext>
            </a:extLst>
          </p:cNvPr>
          <p:cNvSpPr txBox="1"/>
          <p:nvPr/>
        </p:nvSpPr>
        <p:spPr>
          <a:xfrm>
            <a:off x="1033272" y="1780771"/>
            <a:ext cx="6958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{{DEVELOPER_NAME}}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A0E78-5758-3EF7-39FB-1475AE348809}"/>
              </a:ext>
            </a:extLst>
          </p:cNvPr>
          <p:cNvSpPr txBox="1"/>
          <p:nvPr/>
        </p:nvSpPr>
        <p:spPr>
          <a:xfrm>
            <a:off x="1033272" y="2601207"/>
            <a:ext cx="6958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{{COMPLETED_MODULES}}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3C7EC1-6A33-681A-EDC7-A69FCB5C11DF}"/>
              </a:ext>
            </a:extLst>
          </p:cNvPr>
          <p:cNvSpPr txBox="1"/>
          <p:nvPr/>
        </p:nvSpPr>
        <p:spPr>
          <a:xfrm>
            <a:off x="947928" y="3503415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{{ACTIVE_BLOCKERS}}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E6D183-BC91-2836-0357-40EE91A70CAC}"/>
              </a:ext>
            </a:extLst>
          </p:cNvPr>
          <p:cNvSpPr txBox="1"/>
          <p:nvPr/>
        </p:nvSpPr>
        <p:spPr>
          <a:xfrm>
            <a:off x="1033272" y="440562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{{SPRINT_GOALS}}</a:t>
            </a:r>
          </a:p>
        </p:txBody>
      </p:sp>
    </p:spTree>
    <p:extLst>
      <p:ext uri="{BB962C8B-B14F-4D97-AF65-F5344CB8AC3E}">
        <p14:creationId xmlns:p14="http://schemas.microsoft.com/office/powerpoint/2010/main" val="1635246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CHINTHAN B R</dc:creator>
  <cp:lastModifiedBy>CHINTHAN B R</cp:lastModifiedBy>
  <cp:revision>1</cp:revision>
  <dcterms:created xsi:type="dcterms:W3CDTF">2026-03-16T10:18:37Z</dcterms:created>
  <dcterms:modified xsi:type="dcterms:W3CDTF">2026-03-16T10:18:49Z</dcterms:modified>
</cp:coreProperties>
</file>